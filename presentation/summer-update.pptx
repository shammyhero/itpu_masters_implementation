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36"/>
                </a:solidFill>
                <a:latin typeface="Calibri"/>
              </a:rPr>
              <a:t>Where silent failure comes from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Silent failure rate</c:v>
                </c:pt>
              </c:strCache>
            </c:strRef>
          </c:tx>
          <c:spPr>
            <a:solidFill>
              <a:srgbClr val="2E8B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9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8A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Healthy pipeline</c:v>
                  </c:pt>
                  <c:pt idx="1">
                    <c:v>All pipelines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14.2</c:v>
                </c:pt>
                <c:pt idx="1">
                  <c:v>19.6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B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1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12700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1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Failure in Agentic AI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an AI agent when the data pipeline underneath it breaks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break · self-directed build and experiments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Shamsiddin Khamidov  ·  IT Park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actually ran over the break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runs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71216" y="17373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1216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24,270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71216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02352" y="17373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02352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33488" y="17373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33488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API spend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64624" y="17373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4624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64624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green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fault types injected into the data pipeline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· slow delivery · schema drift · missing meaning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tasks, two pipeline architectures, four different models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working tools: one scores a pipeline, one blocks bad data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A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 flip is 0.500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14630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cannot tell when it is wrong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0" y="28346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3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well the agent's own confidence score predicts its own confidently-wrong answers.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D3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no information at all.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3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cannot ask the model to check itself. Something outside it has 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data does not confuse the agent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the correct answer while the agent is reading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BFC9D0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everyone assumes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data makes the agent reason worse. It gets confused, makes mistakes, quality drops.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2E8B95"/>
          </a:solidFill>
          <a:ln w="12700">
            <a:solidFill>
              <a:srgbClr val="2E8B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measured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7889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reasons perfectly fine. It just answers the question as it was five seconds ago.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three independent ways. It means work that reports “staleness degrades agents by X%” may be measuring an artifact, not an effect.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 agent the data is old changes nothing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an experiment where every record carried its own age, right next to the value.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could see the data was five seconds stale.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9718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did not become more cautious. Not even slightly.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genuinely surprised me — I assumed metadata would make it careful.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 means nothing without a rule to judge it against, and the model has no rule.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rule has to live outside the model. That is what I built next.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built the enforcer — then put a price on it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92240" y="1645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quarters of the problem is the model, not the data.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a perfect pipeline the agent is still confidently wrong 14% of the time. No data-quality tool can touch that part.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92240" y="356616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20840" y="3703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 21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720840" y="4434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thrown away for every silent failure you prevent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bad data works — but it is a trade, not a free win. Worth it in medicine. Probably not for a shopping assistant.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not satisfy me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384048" cy="384048"/>
          </a:xfrm>
          <a:prstGeom prst="ellipse">
            <a:avLst/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agent is one API call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819656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says “agentic”. One call is not an agent — nothing loops, plans, or calls a tool twice.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84048" cy="384048"/>
          </a:xfrm>
          <a:prstGeom prst="ellipse">
            <a:avLst/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587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faults are synthetic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990088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inject them myself. Clean science, but I have never run this against a pipeline that broke on its own.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67912"/>
            <a:ext cx="384048" cy="384048"/>
          </a:xfrm>
          <a:prstGeom prst="ellipse">
            <a:avLst/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7581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experiment was near-circular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16052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latency fault cannot change what the agent reads, so “no effect” was guaranteed. Demoting it to a design note.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038344"/>
            <a:ext cx="384048" cy="384048"/>
          </a:xfrm>
          <a:prstGeom prst="ellipse">
            <a:avLst/>
          </a:prstGeom>
          <a:solidFill>
            <a:srgbClr val="E08A2B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92861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have results, not a thesis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533095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is drafted. Chapters 1, 2, 4 and 5 are not. That is the real gap.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want from the internship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874520"/>
            <a:ext cx="457200" cy="457200"/>
          </a:xfrm>
          <a:prstGeom prst="ellipse">
            <a:avLst/>
          </a:prstGeom>
          <a:solidFill>
            <a:srgbClr val="2E8B95"/>
          </a:solidFill>
          <a:ln w="12700">
            <a:solidFill>
              <a:srgbClr val="2E8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pipeline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telemetry, where staleness and schema drift happen on their own — so I can check whether my synthetic faults resemble genuine ones at 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16002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874520"/>
            <a:ext cx="457200" cy="457200"/>
          </a:xfrm>
          <a:prstGeom prst="ellipse">
            <a:avLst/>
          </a:prstGeom>
          <a:solidFill>
            <a:srgbClr val="2E8B95"/>
          </a:solidFill>
          <a:ln w="12700">
            <a:solidFill>
              <a:srgbClr val="2E8B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1728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agents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81728" y="31546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one call to retrieve → reason → act → retrieve again, and measure whether a small fault compounds across steps. The honest version of “agentic”.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6002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3336" y="1874520"/>
            <a:ext cx="457200" cy="457200"/>
          </a:xfrm>
          <a:prstGeom prst="ellipse">
            <a:avLst/>
          </a:prstGeom>
          <a:solidFill>
            <a:srgbClr val="2E8B95"/>
          </a:solidFill>
          <a:ln w="12700">
            <a:solidFill>
              <a:srgbClr val="2E8B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03336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gate for real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03336" y="31546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today, costs nothing, needs no model call. Put it in shadow mode on a live pipeline and see what it would have caught.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changes everything else — it decides which of the other two is worth planning around.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would like your advice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D3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spend the autumn widening the experiments, or finish the write-up first?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D3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internship realistically give me access to real pipeline telemetry?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D3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scope right — or am I trying to do too much for one thesis?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go deeper on any of it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2026-08-17T10:08:45Z</dcterms:created>
  <dcterms:modified xsi:type="dcterms:W3CDTF">2026-08-17T10:08:45Z</dcterms:modified>
</cp:coreProperties>
</file>